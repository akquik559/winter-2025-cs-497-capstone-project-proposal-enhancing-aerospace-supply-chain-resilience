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</p:sldMasterIdLst>
  <p:notesMasterIdLst>
    <p:notesMasterId r:id="rId6"/>
  </p:notesMasterIdLst>
  <p:sldIdLst>
    <p:sldId id="256" r:id="rId2"/>
    <p:sldId id="274" r:id="rId3"/>
    <p:sldId id="275" r:id="rId4"/>
    <p:sldId id="276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B65FF5-06DE-3BE7-3A3A-AFA21D1D8015}" v="3" dt="2023-08-23T17:20:41.602"/>
    <p1510:client id="{C013B410-1339-4A1D-8F70-6FBA0BE58D00}" v="1" dt="2023-08-23T17:21:32.122"/>
  </p1510:revLst>
</p1510:revInfo>
</file>

<file path=ppt/tableStyles.xml><?xml version="1.0" encoding="utf-8"?>
<a:tblStyleLst xmlns:a="http://schemas.openxmlformats.org/drawingml/2006/main" def="{1FE44F72-D7B3-41EB-977B-2E401710A9A8}">
  <a:tblStyle styleId="{1FE44F72-D7B3-41EB-977B-2E401710A9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723" autoAdjust="0"/>
  </p:normalViewPr>
  <p:slideViewPr>
    <p:cSldViewPr snapToGrid="0">
      <p:cViewPr varScale="1">
        <p:scale>
          <a:sx n="106" d="100"/>
          <a:sy n="106" d="100"/>
        </p:scale>
        <p:origin x="168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Chung" userId="S::chungsam@cityu.edu::fd725179-d11a-41c7-81ca-2362c8f4271c" providerId="AD" clId="Web-{0AD3C8C6-2E7D-C4F7-EA05-4E02815133FD}"/>
    <pc:docChg chg="modSld">
      <pc:chgData name="Sam Chung" userId="S::chungsam@cityu.edu::fd725179-d11a-41c7-81ca-2362c8f4271c" providerId="AD" clId="Web-{0AD3C8C6-2E7D-C4F7-EA05-4E02815133FD}" dt="2022-03-21T00:43:48.429" v="1" actId="20577"/>
      <pc:docMkLst>
        <pc:docMk/>
      </pc:docMkLst>
      <pc:sldChg chg="modSp">
        <pc:chgData name="Sam Chung" userId="S::chungsam@cityu.edu::fd725179-d11a-41c7-81ca-2362c8f4271c" providerId="AD" clId="Web-{0AD3C8C6-2E7D-C4F7-EA05-4E02815133FD}" dt="2022-03-21T00:43:48.429" v="1" actId="20577"/>
        <pc:sldMkLst>
          <pc:docMk/>
          <pc:sldMk cId="2425647436" sldId="274"/>
        </pc:sldMkLst>
        <pc:spChg chg="mod">
          <ac:chgData name="Sam Chung" userId="S::chungsam@cityu.edu::fd725179-d11a-41c7-81ca-2362c8f4271c" providerId="AD" clId="Web-{0AD3C8C6-2E7D-C4F7-EA05-4E02815133FD}" dt="2022-03-21T00:43:48.429" v="1" actId="20577"/>
          <ac:spMkLst>
            <pc:docMk/>
            <pc:sldMk cId="2425647436" sldId="274"/>
            <ac:spMk id="5" creationId="{00000000-0000-0000-0000-000000000000}"/>
          </ac:spMkLst>
        </pc:spChg>
      </pc:sldChg>
    </pc:docChg>
  </pc:docChgLst>
  <pc:docChgLst>
    <pc:chgData name="Sam Chung" userId="S::chungsam@cityu.edu::fd725179-d11a-41c7-81ca-2362c8f4271c" providerId="AD" clId="Web-{E4B78A13-034B-20AD-B2E5-5479CF540BB9}"/>
    <pc:docChg chg="modSld">
      <pc:chgData name="Sam Chung" userId="S::chungsam@cityu.edu::fd725179-d11a-41c7-81ca-2362c8f4271c" providerId="AD" clId="Web-{E4B78A13-034B-20AD-B2E5-5479CF540BB9}" dt="2022-03-21T00:45:02.592" v="7" actId="20577"/>
      <pc:docMkLst>
        <pc:docMk/>
      </pc:docMkLst>
      <pc:sldChg chg="modSp">
        <pc:chgData name="Sam Chung" userId="S::chungsam@cityu.edu::fd725179-d11a-41c7-81ca-2362c8f4271c" providerId="AD" clId="Web-{E4B78A13-034B-20AD-B2E5-5479CF540BB9}" dt="2022-03-21T00:45:02.592" v="7" actId="20577"/>
        <pc:sldMkLst>
          <pc:docMk/>
          <pc:sldMk cId="0" sldId="256"/>
        </pc:sldMkLst>
        <pc:spChg chg="mod">
          <ac:chgData name="Sam Chung" userId="S::chungsam@cityu.edu::fd725179-d11a-41c7-81ca-2362c8f4271c" providerId="AD" clId="Web-{E4B78A13-034B-20AD-B2E5-5479CF540BB9}" dt="2022-03-21T00:45:02.592" v="7" actId="20577"/>
          <ac:spMkLst>
            <pc:docMk/>
            <pc:sldMk cId="0" sldId="256"/>
            <ac:spMk id="14" creationId="{00000000-0000-0000-0000-000000000000}"/>
          </ac:spMkLst>
        </pc:spChg>
      </pc:sldChg>
    </pc:docChg>
  </pc:docChgLst>
  <pc:docChgLst>
    <pc:chgData name="Sam Chung" userId="S::chungsam@cityu.edu::fd725179-d11a-41c7-81ca-2362c8f4271c" providerId="AD" clId="Web-{A0B65FF5-06DE-3BE7-3A3A-AFA21D1D8015}"/>
    <pc:docChg chg="modSld">
      <pc:chgData name="Sam Chung" userId="S::chungsam@cityu.edu::fd725179-d11a-41c7-81ca-2362c8f4271c" providerId="AD" clId="Web-{A0B65FF5-06DE-3BE7-3A3A-AFA21D1D8015}" dt="2023-08-23T17:20:39.024" v="1" actId="20577"/>
      <pc:docMkLst>
        <pc:docMk/>
      </pc:docMkLst>
      <pc:sldChg chg="modSp">
        <pc:chgData name="Sam Chung" userId="S::chungsam@cityu.edu::fd725179-d11a-41c7-81ca-2362c8f4271c" providerId="AD" clId="Web-{A0B65FF5-06DE-3BE7-3A3A-AFA21D1D8015}" dt="2023-08-23T17:20:39.024" v="1" actId="20577"/>
        <pc:sldMkLst>
          <pc:docMk/>
          <pc:sldMk cId="2425647436" sldId="274"/>
        </pc:sldMkLst>
        <pc:spChg chg="mod">
          <ac:chgData name="Sam Chung" userId="S::chungsam@cityu.edu::fd725179-d11a-41c7-81ca-2362c8f4271c" providerId="AD" clId="Web-{A0B65FF5-06DE-3BE7-3A3A-AFA21D1D8015}" dt="2023-08-23T17:20:39.024" v="1" actId="20577"/>
          <ac:spMkLst>
            <pc:docMk/>
            <pc:sldMk cId="2425647436" sldId="274"/>
            <ac:spMk id="5" creationId="{00000000-0000-0000-0000-000000000000}"/>
          </ac:spMkLst>
        </pc:spChg>
      </pc:sldChg>
    </pc:docChg>
  </pc:docChgLst>
  <pc:docChgLst>
    <pc:chgData name="Sam Chung" userId="fd725179-d11a-41c7-81ca-2362c8f4271c" providerId="ADAL" clId="{C013B410-1339-4A1D-8F70-6FBA0BE58D00}"/>
    <pc:docChg chg="modSld">
      <pc:chgData name="Sam Chung" userId="fd725179-d11a-41c7-81ca-2362c8f4271c" providerId="ADAL" clId="{C013B410-1339-4A1D-8F70-6FBA0BE58D00}" dt="2023-08-23T17:22:04.868" v="22" actId="14100"/>
      <pc:docMkLst>
        <pc:docMk/>
      </pc:docMkLst>
      <pc:sldChg chg="delSp modSp mod">
        <pc:chgData name="Sam Chung" userId="fd725179-d11a-41c7-81ca-2362c8f4271c" providerId="ADAL" clId="{C013B410-1339-4A1D-8F70-6FBA0BE58D00}" dt="2023-08-23T17:22:04.868" v="22" actId="14100"/>
        <pc:sldMkLst>
          <pc:docMk/>
          <pc:sldMk cId="0" sldId="256"/>
        </pc:sldMkLst>
        <pc:spChg chg="mod">
          <ac:chgData name="Sam Chung" userId="fd725179-d11a-41c7-81ca-2362c8f4271c" providerId="ADAL" clId="{C013B410-1339-4A1D-8F70-6FBA0BE58D00}" dt="2023-08-23T17:22:04.868" v="22" actId="14100"/>
          <ac:spMkLst>
            <pc:docMk/>
            <pc:sldMk cId="0" sldId="256"/>
            <ac:spMk id="14" creationId="{00000000-0000-0000-0000-000000000000}"/>
          </ac:spMkLst>
        </pc:spChg>
        <pc:picChg chg="del">
          <ac:chgData name="Sam Chung" userId="fd725179-d11a-41c7-81ca-2362c8f4271c" providerId="ADAL" clId="{C013B410-1339-4A1D-8F70-6FBA0BE58D00}" dt="2023-08-23T17:21:32.122" v="0" actId="478"/>
          <ac:picMkLst>
            <pc:docMk/>
            <pc:sldMk cId="0" sldId="256"/>
            <ac:picMk id="1040" creationId="{00000000-0000-0000-0000-000000000000}"/>
          </ac:picMkLst>
        </pc:picChg>
      </pc:sldChg>
    </pc:docChg>
  </pc:docChgLst>
  <pc:docChgLst>
    <pc:chgData name="Kim Nguyen" userId="f1d78e5f-a453-48e1-8d24-789f55401968" providerId="ADAL" clId="{37F2BAE6-96E9-8245-89F1-FB521746823D}"/>
    <pc:docChg chg="undo custSel modMainMaster">
      <pc:chgData name="Kim Nguyen" userId="f1d78e5f-a453-48e1-8d24-789f55401968" providerId="ADAL" clId="{37F2BAE6-96E9-8245-89F1-FB521746823D}" dt="2020-06-03T22:10:57.628" v="56"/>
      <pc:docMkLst>
        <pc:docMk/>
      </pc:docMkLst>
      <pc:sldMasterChg chg="addSp modSp modSldLayout">
        <pc:chgData name="Kim Nguyen" userId="f1d78e5f-a453-48e1-8d24-789f55401968" providerId="ADAL" clId="{37F2BAE6-96E9-8245-89F1-FB521746823D}" dt="2020-06-03T22:10:57.628" v="56"/>
        <pc:sldMasterMkLst>
          <pc:docMk/>
          <pc:sldMasterMk cId="0" sldId="2147483657"/>
        </pc:sldMasterMkLst>
        <pc:picChg chg="add mod">
          <ac:chgData name="Kim Nguyen" userId="f1d78e5f-a453-48e1-8d24-789f55401968" providerId="ADAL" clId="{37F2BAE6-96E9-8245-89F1-FB521746823D}" dt="2020-06-03T22:10:57.628" v="56"/>
          <ac:picMkLst>
            <pc:docMk/>
            <pc:sldMasterMk cId="0" sldId="2147483657"/>
            <ac:picMk id="5" creationId="{B9B48145-9848-2F4E-A51E-1AF5F3EC5EAD}"/>
          </ac:picMkLst>
        </pc:picChg>
        <pc:sldLayoutChg chg="addSp delSp modSp">
          <pc:chgData name="Kim Nguyen" userId="f1d78e5f-a453-48e1-8d24-789f55401968" providerId="ADAL" clId="{37F2BAE6-96E9-8245-89F1-FB521746823D}" dt="2020-06-03T22:09:41.244" v="50" actId="1076"/>
          <pc:sldLayoutMkLst>
            <pc:docMk/>
            <pc:sldMasterMk cId="0" sldId="2147483657"/>
            <pc:sldLayoutMk cId="0" sldId="2147483648"/>
          </pc:sldLayoutMkLst>
          <pc:grpChg chg="mod">
            <ac:chgData name="Kim Nguyen" userId="f1d78e5f-a453-48e1-8d24-789f55401968" providerId="ADAL" clId="{37F2BAE6-96E9-8245-89F1-FB521746823D}" dt="2020-06-03T22:09:39.227" v="49" actId="1076"/>
            <ac:grpSpMkLst>
              <pc:docMk/>
              <pc:sldMasterMk cId="0" sldId="2147483657"/>
              <pc:sldLayoutMk cId="0" sldId="2147483648"/>
              <ac:grpSpMk id="11" creationId="{00000000-0000-0000-0000-000000000000}"/>
            </ac:grpSpMkLst>
          </pc:grpChg>
          <pc:picChg chg="add del mod">
            <ac:chgData name="Kim Nguyen" userId="f1d78e5f-a453-48e1-8d24-789f55401968" providerId="ADAL" clId="{37F2BAE6-96E9-8245-89F1-FB521746823D}" dt="2020-06-03T22:08:24.329" v="8"/>
            <ac:picMkLst>
              <pc:docMk/>
              <pc:sldMasterMk cId="0" sldId="2147483657"/>
              <pc:sldLayoutMk cId="0" sldId="2147483648"/>
              <ac:picMk id="2" creationId="{4CDBEE4B-4D2C-AD4E-B4CA-AF560AC04A7F}"/>
            </ac:picMkLst>
          </pc:picChg>
          <pc:picChg chg="add mod">
            <ac:chgData name="Kim Nguyen" userId="f1d78e5f-a453-48e1-8d24-789f55401968" providerId="ADAL" clId="{37F2BAE6-96E9-8245-89F1-FB521746823D}" dt="2020-06-03T22:09:41.244" v="50" actId="1076"/>
            <ac:picMkLst>
              <pc:docMk/>
              <pc:sldMasterMk cId="0" sldId="2147483657"/>
              <pc:sldLayoutMk cId="0" sldId="2147483648"/>
              <ac:picMk id="3" creationId="{134F7D0F-FE46-C945-87EB-0FD3D356521A}"/>
            </ac:picMkLst>
          </pc:picChg>
          <pc:picChg chg="add del">
            <ac:chgData name="Kim Nguyen" userId="f1d78e5f-a453-48e1-8d24-789f55401968" providerId="ADAL" clId="{37F2BAE6-96E9-8245-89F1-FB521746823D}" dt="2020-06-03T22:08:42.375" v="10" actId="478"/>
            <ac:picMkLst>
              <pc:docMk/>
              <pc:sldMasterMk cId="0" sldId="2147483657"/>
              <pc:sldLayoutMk cId="0" sldId="2147483648"/>
              <ac:picMk id="23" creationId="{00000000-0000-0000-0000-000000000000}"/>
            </ac:picMkLst>
          </pc:picChg>
        </pc:sldLayoutChg>
        <pc:sldLayoutChg chg="addSp delSp modSp">
          <pc:chgData name="Kim Nguyen" userId="f1d78e5f-a453-48e1-8d24-789f55401968" providerId="ADAL" clId="{37F2BAE6-96E9-8245-89F1-FB521746823D}" dt="2020-06-03T22:10:17.744" v="55" actId="1076"/>
          <pc:sldLayoutMkLst>
            <pc:docMk/>
            <pc:sldMasterMk cId="0" sldId="2147483657"/>
            <pc:sldLayoutMk cId="3086644524" sldId="2147483659"/>
          </pc:sldLayoutMkLst>
          <pc:picChg chg="del mod">
            <ac:chgData name="Kim Nguyen" userId="f1d78e5f-a453-48e1-8d24-789f55401968" providerId="ADAL" clId="{37F2BAE6-96E9-8245-89F1-FB521746823D}" dt="2020-06-03T22:10:14.329" v="54" actId="478"/>
            <ac:picMkLst>
              <pc:docMk/>
              <pc:sldMasterMk cId="0" sldId="2147483657"/>
              <pc:sldLayoutMk cId="3086644524" sldId="2147483659"/>
              <ac:picMk id="21" creationId="{00000000-0000-0000-0000-000000000000}"/>
            </ac:picMkLst>
          </pc:picChg>
          <pc:picChg chg="add mod">
            <ac:chgData name="Kim Nguyen" userId="f1d78e5f-a453-48e1-8d24-789f55401968" providerId="ADAL" clId="{37F2BAE6-96E9-8245-89F1-FB521746823D}" dt="2020-06-03T22:10:17.744" v="55" actId="1076"/>
            <ac:picMkLst>
              <pc:docMk/>
              <pc:sldMasterMk cId="0" sldId="2147483657"/>
              <pc:sldLayoutMk cId="3086644524" sldId="2147483659"/>
              <ac:picMk id="22" creationId="{C8F7DB91-7595-E64B-B07D-A30575B2CB4C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CityU</a:t>
            </a:r>
            <a:r>
              <a:rPr lang="en-US" baseline="0" dirty="0"/>
              <a:t> logo cannot be deleted.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aseline="0" dirty="0"/>
              <a:t>Design can be modified for </a:t>
            </a:r>
            <a:r>
              <a:rPr lang="en-US" baseline="0"/>
              <a:t>your preference.</a:t>
            </a:r>
            <a:endParaRPr lang="en-US" baseline="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182385" y="0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4F7D0F-FE46-C945-87EB-0FD3D35652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43277"/>
            <a:ext cx="9144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88954610"/>
      </p:ext>
    </p:extLst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63" name="Google Shape;63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64" name="Google Shape;64;p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71" name="Google Shape;71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" name="Google Shape;72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 sz="2800"/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8F7DB91-7595-E64B-B07D-A30575B2CB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5339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644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tif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48145-9848-2F4E-A51E-1AF5F3EC5EA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4243277"/>
            <a:ext cx="914400" cy="914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</p:sldLayoutIdLst>
  <p:transition>
    <p:fade thruBlk="1"/>
  </p:transition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155576" y="1177119"/>
            <a:ext cx="7193492" cy="9302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600" dirty="0"/>
              <a:t>Capstone Project Title</a:t>
            </a:r>
          </a:p>
        </p:txBody>
      </p:sp>
      <p:sp>
        <p:nvSpPr>
          <p:cNvPr id="4" name="AutoShape 8" descr="Image result for city university of seattle logo we are all about the finis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Google Shape;214;p13"/>
          <p:cNvSpPr txBox="1">
            <a:spLocks/>
          </p:cNvSpPr>
          <p:nvPr/>
        </p:nvSpPr>
        <p:spPr>
          <a:xfrm>
            <a:off x="12422" y="2107322"/>
            <a:ext cx="6404993" cy="1835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7620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Name (First Last)</a:t>
            </a:r>
            <a:endParaRPr lang="en-US" dirty="0">
              <a:solidFill>
                <a:schemeClr val="bg1"/>
              </a:solidFill>
            </a:endParaRPr>
          </a:p>
          <a:p>
            <a:pPr marL="7620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Week #</a:t>
            </a:r>
            <a:endParaRPr lang="en-US" dirty="0">
              <a:solidFill>
                <a:schemeClr val="bg1"/>
              </a:solidFill>
            </a:endParaRPr>
          </a:p>
          <a:p>
            <a:pPr marL="7620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Course No and Title</a:t>
            </a:r>
          </a:p>
          <a:p>
            <a:pPr marL="7620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Semester Year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Major</a:t>
            </a:r>
            <a:endParaRPr lang="en-US" dirty="0">
              <a:solidFill>
                <a:schemeClr val="bg1"/>
              </a:solidFill>
            </a:endParaRPr>
          </a:p>
          <a:p>
            <a:pPr marL="7620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School of Technology &amp; Computing (STC)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975" y="3264620"/>
            <a:ext cx="914400" cy="914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975" y="2229494"/>
            <a:ext cx="914400" cy="9144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5" y="1327349"/>
            <a:ext cx="3836747" cy="3554750"/>
          </a:xfrm>
        </p:spPr>
        <p:txBody>
          <a:bodyPr/>
          <a:lstStyle/>
          <a:p>
            <a:r>
              <a:rPr lang="en-US" dirty="0"/>
              <a:t>Problem Statement</a:t>
            </a:r>
          </a:p>
          <a:p>
            <a:r>
              <a:rPr lang="en-US" dirty="0"/>
              <a:t>Motivation</a:t>
            </a:r>
          </a:p>
          <a:p>
            <a:r>
              <a:rPr lang="en-US" dirty="0"/>
              <a:t>Background</a:t>
            </a:r>
          </a:p>
          <a:p>
            <a:r>
              <a:rPr lang="en-US" dirty="0"/>
              <a:t>Related Work</a:t>
            </a:r>
          </a:p>
          <a:p>
            <a:r>
              <a:rPr lang="en-US" dirty="0"/>
              <a:t>Approach</a:t>
            </a:r>
          </a:p>
          <a:p>
            <a:r>
              <a:rPr lang="en-US" dirty="0"/>
              <a:t>Design</a:t>
            </a:r>
          </a:p>
          <a:p>
            <a:r>
              <a:rPr lang="en-US" dirty="0"/>
              <a:t>Implementation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651022" y="1327349"/>
            <a:ext cx="3836747" cy="355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8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rPr lang="en-US" dirty="0"/>
              <a:t>Data Collection</a:t>
            </a:r>
          </a:p>
          <a:p>
            <a:r>
              <a:rPr lang="en-US" dirty="0"/>
              <a:t>Data Analysis</a:t>
            </a:r>
          </a:p>
          <a:p>
            <a:r>
              <a:rPr lang="en-US" dirty="0"/>
              <a:t>Findings</a:t>
            </a:r>
          </a:p>
          <a:p>
            <a:r>
              <a:rPr lang="en-US" dirty="0"/>
              <a:t>Conclusions</a:t>
            </a:r>
          </a:p>
          <a:p>
            <a:r>
              <a:rPr lang="en-US" dirty="0"/>
              <a:t>Future Work</a:t>
            </a:r>
          </a:p>
          <a:p>
            <a:r>
              <a:rPr lang="en-US" dirty="0"/>
              <a:t>Key References</a:t>
            </a:r>
          </a:p>
          <a:p>
            <a:r>
              <a:rPr lang="en-US" dirty="0"/>
              <a:t>Q&amp;A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2564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43371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75" y="1862668"/>
            <a:ext cx="4402663" cy="17610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731" y="1862668"/>
            <a:ext cx="1944335" cy="194433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63282085"/>
      </p:ext>
    </p:extLst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71</Words>
  <Application>Microsoft Office PowerPoint</Application>
  <PresentationFormat>On-screen Show (16:9)</PresentationFormat>
  <Paragraphs>28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Arvo</vt:lpstr>
      <vt:lpstr>Arial</vt:lpstr>
      <vt:lpstr>Roboto Condensed</vt:lpstr>
      <vt:lpstr>Roboto Condensed Light</vt:lpstr>
      <vt:lpstr>Salerio template</vt:lpstr>
      <vt:lpstr>Capstone Project Title</vt:lpstr>
      <vt:lpstr>Agenda</vt:lpstr>
      <vt:lpstr>Problem Statement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Karthik Dinakaran</dc:creator>
  <cp:lastModifiedBy>Sam Chung</cp:lastModifiedBy>
  <cp:revision>11</cp:revision>
  <dcterms:modified xsi:type="dcterms:W3CDTF">2023-08-23T17:22:09Z</dcterms:modified>
</cp:coreProperties>
</file>